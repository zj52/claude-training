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344168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1271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BASICS   ·   COST &amp; TOKENS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1828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using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 costs.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41248" y="41605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 the material the model processes — measured in tokens.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41248" y="598932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0899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CORNELL AI INNOVATION HUB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61304" y="6089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59536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WHAT COUNTS AS USE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is the material the model processes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938528"/>
            <a:ext cx="10232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works through everything you give it and everything it generates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2788920"/>
            <a:ext cx="0" cy="182880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0156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A8A8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</a:t>
            </a:r>
            <a:endParaRPr lang="en-US" sz="3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788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3355848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5568" y="361188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give 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4087368"/>
            <a:ext cx="4686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prompt, any files, and the running conversation.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2788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68796" y="3355848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368796" y="361188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it generates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68796" y="4087368"/>
            <a:ext cx="4686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writes back to you.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41248" y="516636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5486400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18" name="Text 14"/>
          <p:cNvSpPr/>
          <p:nvPr/>
        </p:nvSpPr>
        <p:spPr>
          <a:xfrm>
            <a:off x="1078992" y="5376672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count.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material in and out, the more use.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344168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1271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·   THE UNIT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1828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token is a small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chunk of text.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41248" y="41605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break all that material — inputs and outputs — into tokens, then process them one at a 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41248" y="598932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0899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CORNELL AI INNOVATION HUB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61304" y="6089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TOKENS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59536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WHAT IT COSTS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 = tokens × the model you pick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938528"/>
            <a:ext cx="10232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 costs more on a more capable model. Each tier up roughly doubles or triples your per-task spend.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· $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04504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· $$$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24128" y="3200400"/>
            <a:ext cx="10140696" cy="0"/>
          </a:xfrm>
          <a:prstGeom prst="line">
            <a:avLst/>
          </a:prstGeom>
          <a:noFill/>
          <a:ln w="15875">
            <a:solidFill>
              <a:srgbClr val="E4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5548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8"/>
          <p:cNvSpPr/>
          <p:nvPr/>
        </p:nvSpPr>
        <p:spPr>
          <a:xfrm>
            <a:off x="-27432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lookups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83687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2000707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rewrites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1826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4028846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Sonnet · $$ — everyday 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39966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6056986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&amp; analysis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68105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8085125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096244" y="3131820"/>
            <a:ext cx="137160" cy="13716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13264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reasoning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406908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Sonnet; reach for Opus only when it falls short.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" y="484632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138928"/>
            <a:ext cx="402336" cy="4023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08176" y="5120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RATES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408176" y="5394960"/>
            <a:ext cx="9866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by model: the Cornell AI API Gateway page (Confluence). You can also check external sites like pricepertoken.com.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59536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WHAT’S IN THE BILL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Mostly tokens, plus a little platform overhead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938528"/>
            <a:ext cx="10232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cost is primarily tokens, with small charges for running Cornell’s AI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2788920"/>
            <a:ext cx="0" cy="182880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45552" y="2788920"/>
            <a:ext cx="0" cy="182880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788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335584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5568" y="3611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primary cost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4087368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model — see the gateway page for rates.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88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5584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17720" y="3611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$0.002 / request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4087368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per 1,000 requests, per LiteLLM licensing.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788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335584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119872" y="3611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~$0.05 / search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19872" y="4087368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Gemini search, n8n-driven (being finalized).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41248" y="516636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1248" y="5486400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22" name="Text 17"/>
          <p:cNvSpPr/>
          <p:nvPr/>
        </p:nvSpPr>
        <p:spPr>
          <a:xfrm>
            <a:off x="1078992" y="5376672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included in your cap.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plus this nominal overhead count toward your monthly limit.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59536"/>
            <a:ext cx="118872" cy="118872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YOUR LIMIT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administrator sets a monthly cap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938528"/>
            <a:ext cx="10232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capped per person, so spend stays predictable.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2724912"/>
            <a:ext cx="0" cy="182880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249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724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YOUR CAP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50976" y="3273552"/>
            <a:ext cx="46863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normally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manage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$20 / month per person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7249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9460" y="2724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EXCEED IT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615684" y="3273552"/>
            <a:ext cx="46863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get an error message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administrator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raise your cap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1248" y="5074920"/>
            <a:ext cx="1050645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53949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A8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Caps keep spend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predictable — </a:t>
            </a:r>
            <a:pPr indent="0" marL="0">
              <a:buNone/>
            </a:pPr>
            <a:r>
              <a:rPr lang="en-US" sz="2200" dirty="0">
                <a:solidFill>
                  <a:srgbClr val="B3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surprise bills.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&amp; Tokens</dc:title>
  <dc:subject>PptxGenJS Presentation</dc:subject>
  <dc:creator>Cornell AI Innovation Hub</dc:creator>
  <cp:lastModifiedBy>Cornell AI Innovation Hub</cp:lastModifiedBy>
  <cp:revision>1</cp:revision>
  <dcterms:created xsi:type="dcterms:W3CDTF">2026-06-05T02:22:32Z</dcterms:created>
  <dcterms:modified xsi:type="dcterms:W3CDTF">2026-06-05T02:22:32Z</dcterms:modified>
</cp:coreProperties>
</file>